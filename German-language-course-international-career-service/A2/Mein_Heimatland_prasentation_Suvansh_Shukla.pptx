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1"/>
  </p:notesMasterIdLst>
  <p:sldIdLst>
    <p:sldId id="260" r:id="rId5"/>
    <p:sldId id="263" r:id="rId6"/>
    <p:sldId id="257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F774C-70F7-4ED4-813C-739E51CF8487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4A772-5D94-4F12-8B86-44D4FB2636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4D-57B0-41D5-A7AF-DF10D106811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6EAF9-2583-4989-8D87-13F548ED6E0C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CFB-BB1B-4B2A-ADF6-B1A4609854C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EAA8-1A97-412E-935C-2E918F139579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0DF1-CA1F-4E36-8C65-C52A9896A8F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73FD-197A-4AD6-8D60-38B6A76F073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C3949-07FA-4C7A-A990-D6D1043EED7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2DE8-6D13-4218-A974-D45AA7B6E4FF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B7D7-4BDA-4ABC-B31D-66201C69A31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E8327-77F4-4A2B-9238-101C8E3404E4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327A-3B7B-4F18-AD00-4892CF91FF9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8241-E647-4007-AB01-BB30869910E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F5554-C941-4C3B-A197-75ED448862A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B44A0-C3F8-4023-9352-7CF7C034B2C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DC5B-471F-47EA-B884-FE923235A56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C408-3247-4796-93FF-B91D6887AEC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D282-CC74-49F4-B876-75084EFB56F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3F0A0B-291C-4112-A023-023C51AB2E8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en-US" sz="6200" dirty="0" smtClean="0"/>
              <a:t>Mein </a:t>
            </a:r>
            <a:r>
              <a:rPr lang="en-US" sz="6200" dirty="0" err="1" smtClean="0"/>
              <a:t>Heimatland</a:t>
            </a:r>
            <a:endParaRPr lang="en-US" sz="6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Geschrieben</a:t>
            </a:r>
            <a:r>
              <a:rPr lang="en-US" dirty="0" smtClean="0"/>
              <a:t> von </a:t>
            </a:r>
            <a:r>
              <a:rPr lang="en-US" dirty="0" err="1" smtClean="0"/>
              <a:t>Suvansh</a:t>
            </a:r>
            <a:r>
              <a:rPr lang="en-US" dirty="0" smtClean="0"/>
              <a:t> Shukla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Mein Land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190" y="2666999"/>
            <a:ext cx="7243603" cy="2719193"/>
          </a:xfrm>
        </p:spPr>
        <p:txBody>
          <a:bodyPr anchor="t">
            <a:normAutofit/>
          </a:bodyPr>
          <a:lstStyle/>
          <a:p>
            <a:r>
              <a:rPr lang="en-US" sz="1800" dirty="0" smtClean="0"/>
              <a:t>Name: </a:t>
            </a:r>
            <a:r>
              <a:rPr lang="en-US" sz="1800" dirty="0" err="1" smtClean="0"/>
              <a:t>Indien</a:t>
            </a:r>
            <a:endParaRPr lang="en-US" sz="1800" dirty="0"/>
          </a:p>
          <a:p>
            <a:r>
              <a:rPr lang="en-US" sz="1800" dirty="0" err="1" smtClean="0"/>
              <a:t>Hauptstadt</a:t>
            </a:r>
            <a:r>
              <a:rPr lang="en-US" sz="1800" dirty="0" smtClean="0"/>
              <a:t>: New Delhi,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ist</a:t>
            </a:r>
            <a:r>
              <a:rPr lang="en-US" sz="1800" dirty="0" smtClean="0"/>
              <a:t> in </a:t>
            </a:r>
            <a:r>
              <a:rPr lang="en-US" sz="1800" dirty="0" err="1" smtClean="0"/>
              <a:t>mitte</a:t>
            </a:r>
            <a:r>
              <a:rPr lang="en-US" sz="1800" dirty="0"/>
              <a:t> </a:t>
            </a:r>
            <a:r>
              <a:rPr lang="en-US" sz="1800" dirty="0" err="1" smtClean="0"/>
              <a:t>Indien</a:t>
            </a:r>
            <a:endParaRPr lang="en-US" sz="1800" dirty="0"/>
          </a:p>
          <a:p>
            <a:r>
              <a:rPr lang="en-US" sz="1800" dirty="0" err="1" smtClean="0"/>
              <a:t>Lage</a:t>
            </a:r>
            <a:r>
              <a:rPr lang="en-US" sz="1800" dirty="0" smtClean="0"/>
              <a:t>: Die Land </a:t>
            </a:r>
            <a:r>
              <a:rPr lang="en-US" sz="1800" dirty="0" err="1" smtClean="0"/>
              <a:t>ist</a:t>
            </a:r>
            <a:r>
              <a:rPr lang="en-US" sz="1800" dirty="0" smtClean="0"/>
              <a:t> in </a:t>
            </a:r>
            <a:r>
              <a:rPr lang="en-US" sz="1800" dirty="0" err="1" smtClean="0"/>
              <a:t>Sud-Ost</a:t>
            </a:r>
            <a:r>
              <a:rPr lang="en-US" sz="1800" dirty="0" smtClean="0"/>
              <a:t> Asia</a:t>
            </a:r>
          </a:p>
          <a:p>
            <a:r>
              <a:rPr lang="en-US" sz="1800" dirty="0" err="1" smtClean="0"/>
              <a:t>Einwohner</a:t>
            </a:r>
            <a:r>
              <a:rPr lang="en-US" sz="1800" dirty="0" smtClean="0"/>
              <a:t>: </a:t>
            </a:r>
            <a:r>
              <a:rPr lang="en-US" sz="1800" dirty="0" err="1" smtClean="0"/>
              <a:t>Indien</a:t>
            </a:r>
            <a:r>
              <a:rPr lang="en-US" sz="1800" dirty="0" smtClean="0"/>
              <a:t> </a:t>
            </a:r>
            <a:r>
              <a:rPr lang="en-US" sz="1800" dirty="0" err="1" smtClean="0"/>
              <a:t>habt</a:t>
            </a:r>
            <a:r>
              <a:rPr lang="en-US" sz="1800" dirty="0" smtClean="0"/>
              <a:t> circa 1.4 </a:t>
            </a:r>
            <a:r>
              <a:rPr lang="en-US" sz="1800" dirty="0" err="1" smtClean="0"/>
              <a:t>Milliarden</a:t>
            </a:r>
            <a:r>
              <a:rPr lang="en-US" sz="1800" dirty="0" smtClean="0"/>
              <a:t> Menschen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4098" name="Picture 2" descr="https://static.vecteezy.com/system/resources/previews/002/839/374/original/india-political-map-divide-by-state-colorful-outline-simplicity-style-vec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408" y="1562099"/>
            <a:ext cx="4465945" cy="420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047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Meine</a:t>
            </a:r>
            <a:r>
              <a:rPr lang="en-US" dirty="0" smtClean="0"/>
              <a:t> </a:t>
            </a:r>
            <a:r>
              <a:rPr lang="en-US" dirty="0" err="1" smtClean="0"/>
              <a:t>Heimatstadt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190" y="2666999"/>
            <a:ext cx="4019975" cy="2719193"/>
          </a:xfrm>
        </p:spPr>
        <p:txBody>
          <a:bodyPr anchor="t">
            <a:normAutofit lnSpcReduction="10000"/>
          </a:bodyPr>
          <a:lstStyle/>
          <a:p>
            <a:r>
              <a:rPr lang="en-US" sz="1800" dirty="0" smtClean="0"/>
              <a:t>Mein </a:t>
            </a:r>
            <a:r>
              <a:rPr lang="en-US" sz="1800" dirty="0" err="1" smtClean="0"/>
              <a:t>Heimatstadt</a:t>
            </a:r>
            <a:r>
              <a:rPr lang="en-US" sz="1800" dirty="0" smtClean="0"/>
              <a:t> </a:t>
            </a:r>
            <a:r>
              <a:rPr lang="en-US" sz="1800" dirty="0" err="1" smtClean="0"/>
              <a:t>ist</a:t>
            </a:r>
            <a:r>
              <a:rPr lang="en-US" sz="1800" dirty="0" smtClean="0"/>
              <a:t> </a:t>
            </a:r>
            <a:r>
              <a:rPr lang="en-US" sz="1800" dirty="0" err="1" smtClean="0"/>
              <a:t>enine</a:t>
            </a:r>
            <a:r>
              <a:rPr lang="en-US" sz="1800" dirty="0" smtClean="0"/>
              <a:t> </a:t>
            </a:r>
            <a:r>
              <a:rPr lang="en-US" sz="1800" dirty="0" err="1" smtClean="0"/>
              <a:t>stadt</a:t>
            </a:r>
            <a:r>
              <a:rPr lang="en-US" sz="1800" dirty="0" smtClean="0"/>
              <a:t> in </a:t>
            </a:r>
            <a:r>
              <a:rPr lang="en-US" sz="1800" dirty="0" err="1" smtClean="0"/>
              <a:t>im</a:t>
            </a:r>
            <a:r>
              <a:rPr lang="en-US" sz="1800" dirty="0" smtClean="0"/>
              <a:t> </a:t>
            </a:r>
            <a:r>
              <a:rPr lang="en-US" sz="1800" dirty="0" err="1" smtClean="0"/>
              <a:t>Bundesstat</a:t>
            </a:r>
            <a:r>
              <a:rPr lang="en-US" sz="1800" dirty="0" smtClean="0"/>
              <a:t> von Rajasthan</a:t>
            </a:r>
            <a:endParaRPr lang="en-US" sz="1800" dirty="0"/>
          </a:p>
          <a:p>
            <a:r>
              <a:rPr lang="en-US" sz="1800" dirty="0" smtClean="0"/>
              <a:t>Die </a:t>
            </a:r>
            <a:r>
              <a:rPr lang="en-US" sz="1800" dirty="0" err="1" smtClean="0"/>
              <a:t>stadt</a:t>
            </a:r>
            <a:r>
              <a:rPr lang="en-US" sz="1800" dirty="0" smtClean="0"/>
              <a:t> is </a:t>
            </a:r>
            <a:r>
              <a:rPr lang="en-US" sz="1800" dirty="0" err="1" smtClean="0"/>
              <a:t>beruhmt</a:t>
            </a:r>
            <a:r>
              <a:rPr lang="en-US" sz="1800" dirty="0" smtClean="0"/>
              <a:t> fur </a:t>
            </a:r>
            <a:r>
              <a:rPr lang="en-US" sz="1800" dirty="0" err="1" smtClean="0"/>
              <a:t>ihre</a:t>
            </a:r>
            <a:r>
              <a:rPr lang="en-US" sz="1800" dirty="0" smtClean="0"/>
              <a:t> </a:t>
            </a:r>
            <a:r>
              <a:rPr lang="en-US" sz="1800" dirty="0" err="1" smtClean="0"/>
              <a:t>Universitat</a:t>
            </a:r>
            <a:r>
              <a:rPr lang="en-US" sz="1800" dirty="0" smtClean="0"/>
              <a:t> heist “BITS </a:t>
            </a:r>
            <a:r>
              <a:rPr lang="en-US" sz="1800" dirty="0" err="1" smtClean="0"/>
              <a:t>Pilani</a:t>
            </a:r>
            <a:r>
              <a:rPr lang="en-US" sz="1800" dirty="0" smtClean="0"/>
              <a:t>”.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ist</a:t>
            </a:r>
            <a:r>
              <a:rPr lang="en-US" sz="1800" dirty="0" smtClean="0"/>
              <a:t> </a:t>
            </a:r>
            <a:r>
              <a:rPr lang="en-US" sz="1800" dirty="0" err="1" smtClean="0"/>
              <a:t>ein</a:t>
            </a:r>
            <a:r>
              <a:rPr lang="en-US" sz="1800" dirty="0" smtClean="0"/>
              <a:t> </a:t>
            </a:r>
            <a:r>
              <a:rPr lang="en-US" sz="1800" dirty="0" err="1" smtClean="0"/>
              <a:t>technischer</a:t>
            </a:r>
            <a:r>
              <a:rPr lang="en-US" sz="1800" dirty="0" smtClean="0"/>
              <a:t> </a:t>
            </a:r>
            <a:r>
              <a:rPr lang="en-US" sz="1800" dirty="0" err="1" smtClean="0"/>
              <a:t>Universitat</a:t>
            </a:r>
            <a:r>
              <a:rPr lang="en-US" sz="1800" dirty="0" smtClean="0"/>
              <a:t>.</a:t>
            </a:r>
            <a:endParaRPr lang="en-US" sz="1800" dirty="0"/>
          </a:p>
          <a:p>
            <a:r>
              <a:rPr lang="en-US" sz="1800" dirty="0" smtClean="0"/>
              <a:t>Die </a:t>
            </a:r>
            <a:r>
              <a:rPr lang="en-US" sz="1800" dirty="0" err="1" smtClean="0"/>
              <a:t>stadt</a:t>
            </a:r>
            <a:r>
              <a:rPr lang="en-US" sz="1800" dirty="0" smtClean="0"/>
              <a:t> </a:t>
            </a:r>
            <a:r>
              <a:rPr lang="en-US" sz="1800" dirty="0" err="1" smtClean="0"/>
              <a:t>auch</a:t>
            </a:r>
            <a:r>
              <a:rPr lang="en-US" sz="1800" dirty="0" smtClean="0"/>
              <a:t> hat </a:t>
            </a:r>
            <a:r>
              <a:rPr lang="en-US" sz="1800" dirty="0" err="1" smtClean="0"/>
              <a:t>ein</a:t>
            </a:r>
            <a:r>
              <a:rPr lang="en-US" sz="1800" dirty="0" smtClean="0"/>
              <a:t> </a:t>
            </a:r>
            <a:r>
              <a:rPr lang="en-US" sz="1800" dirty="0" err="1" smtClean="0"/>
              <a:t>Tempel</a:t>
            </a:r>
            <a:r>
              <a:rPr lang="en-US" sz="1800" dirty="0" smtClean="0"/>
              <a:t> heist “</a:t>
            </a:r>
            <a:r>
              <a:rPr lang="en-US" sz="1800" dirty="0" err="1" smtClean="0"/>
              <a:t>Saraswati</a:t>
            </a:r>
            <a:r>
              <a:rPr lang="en-US" sz="1800" dirty="0" smtClean="0"/>
              <a:t> </a:t>
            </a:r>
            <a:r>
              <a:rPr lang="en-US" sz="1800" dirty="0" err="1" smtClean="0"/>
              <a:t>Mandir</a:t>
            </a:r>
            <a:r>
              <a:rPr lang="en-US" sz="1800" dirty="0" smtClean="0"/>
              <a:t>”.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ist</a:t>
            </a:r>
            <a:r>
              <a:rPr lang="en-US" sz="1800" dirty="0" smtClean="0"/>
              <a:t> fur </a:t>
            </a:r>
            <a:r>
              <a:rPr lang="en-US" sz="1800" dirty="0" err="1" smtClean="0"/>
              <a:t>Gottin</a:t>
            </a:r>
            <a:r>
              <a:rPr lang="en-US" sz="1800" dirty="0" smtClean="0"/>
              <a:t> des </a:t>
            </a:r>
            <a:r>
              <a:rPr lang="en-US" sz="1800" dirty="0" err="1" smtClean="0"/>
              <a:t>Wissens</a:t>
            </a:r>
            <a:r>
              <a:rPr lang="en-US" sz="1800" dirty="0" smtClean="0"/>
              <a:t>. </a:t>
            </a:r>
            <a:r>
              <a:rPr lang="en-US" sz="1800" dirty="0" err="1" smtClean="0"/>
              <a:t>Viele</a:t>
            </a:r>
            <a:r>
              <a:rPr lang="en-US" sz="1800" dirty="0" smtClean="0"/>
              <a:t> menschen </a:t>
            </a:r>
            <a:r>
              <a:rPr lang="en-US" sz="1800" dirty="0" err="1" smtClean="0"/>
              <a:t>besuchen</a:t>
            </a:r>
            <a:r>
              <a:rPr lang="en-US" sz="1800" dirty="0" smtClean="0"/>
              <a:t> das </a:t>
            </a:r>
            <a:r>
              <a:rPr lang="en-US" sz="1800" dirty="0" err="1" smtClean="0"/>
              <a:t>jedentag</a:t>
            </a:r>
            <a:r>
              <a:rPr lang="en-US" sz="1800" dirty="0" smtClean="0"/>
              <a:t>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1026" name="Picture 2" descr="https://www.bits-pilani.ac.in/wp-content/uploads/BITS-Pilani-campus-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502" y="1797422"/>
            <a:ext cx="6431743" cy="425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97" y="2254622"/>
            <a:ext cx="1155096" cy="100853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 err="1" smtClean="0"/>
              <a:t>Saraswati</a:t>
            </a:r>
            <a:r>
              <a:rPr lang="en-US" sz="1800" dirty="0" smtClean="0"/>
              <a:t> </a:t>
            </a:r>
          </a:p>
          <a:p>
            <a:pPr marL="0" indent="0">
              <a:buNone/>
            </a:pPr>
            <a:r>
              <a:rPr lang="en-US" sz="1800" dirty="0" err="1" smtClean="0"/>
              <a:t>Mandir</a:t>
            </a:r>
            <a:endParaRPr lang="en-US" sz="1800" dirty="0"/>
          </a:p>
        </p:txBody>
      </p:sp>
      <p:pic>
        <p:nvPicPr>
          <p:cNvPr id="2050" name="Picture 2" descr="https://www.rvatemples.com/wp-content/uploads/2018/04/16-Saraswati-temple-outsid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48" y="314324"/>
            <a:ext cx="9344025" cy="622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474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72" y="574767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Empfehlungen</a:t>
            </a:r>
            <a:r>
              <a:rPr lang="en-US" dirty="0" smtClean="0"/>
              <a:t> in </a:t>
            </a:r>
            <a:r>
              <a:rPr lang="en-US" dirty="0" err="1" smtClean="0"/>
              <a:t>Pilani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67" y="3124199"/>
            <a:ext cx="5349775" cy="2719193"/>
          </a:xfrm>
        </p:spPr>
        <p:txBody>
          <a:bodyPr anchor="t">
            <a:normAutofit/>
          </a:bodyPr>
          <a:lstStyle/>
          <a:p>
            <a:r>
              <a:rPr lang="en-US" sz="1800" dirty="0" err="1" smtClean="0"/>
              <a:t>Ich</a:t>
            </a:r>
            <a:r>
              <a:rPr lang="en-US" sz="1800" dirty="0" smtClean="0"/>
              <a:t> </a:t>
            </a:r>
            <a:r>
              <a:rPr lang="en-US" sz="1800" dirty="0" err="1" smtClean="0"/>
              <a:t>empfahle</a:t>
            </a:r>
            <a:r>
              <a:rPr lang="en-US" sz="1800" dirty="0" smtClean="0"/>
              <a:t> </a:t>
            </a:r>
            <a:r>
              <a:rPr lang="en-US" sz="1800" dirty="0" err="1" smtClean="0"/>
              <a:t>Touristen</a:t>
            </a:r>
            <a:r>
              <a:rPr lang="en-US" sz="1800" dirty="0" smtClean="0"/>
              <a:t> </a:t>
            </a:r>
            <a:r>
              <a:rPr lang="en-US" sz="1800" dirty="0" err="1" smtClean="0"/>
              <a:t>besuchen</a:t>
            </a:r>
            <a:r>
              <a:rPr lang="en-US" sz="1800" dirty="0" smtClean="0"/>
              <a:t> “</a:t>
            </a:r>
            <a:r>
              <a:rPr lang="en-US" sz="1800" dirty="0" err="1" smtClean="0"/>
              <a:t>Saraswati</a:t>
            </a:r>
            <a:r>
              <a:rPr lang="en-US" sz="1800" dirty="0" smtClean="0"/>
              <a:t> </a:t>
            </a:r>
            <a:r>
              <a:rPr lang="en-US" sz="1800" dirty="0" err="1" smtClean="0"/>
              <a:t>Mandir</a:t>
            </a:r>
            <a:r>
              <a:rPr lang="en-US" sz="1800" dirty="0" smtClean="0"/>
              <a:t>”.</a:t>
            </a:r>
            <a:endParaRPr lang="en-US" sz="1800" dirty="0"/>
          </a:p>
          <a:p>
            <a:r>
              <a:rPr lang="en-US" sz="1800" dirty="0" err="1" smtClean="0"/>
              <a:t>Ich</a:t>
            </a:r>
            <a:r>
              <a:rPr lang="en-US" sz="1800" dirty="0" smtClean="0"/>
              <a:t> </a:t>
            </a:r>
            <a:r>
              <a:rPr lang="en-US" sz="1800" dirty="0" err="1" smtClean="0"/>
              <a:t>auch</a:t>
            </a:r>
            <a:r>
              <a:rPr lang="en-US" sz="1800" dirty="0" smtClean="0"/>
              <a:t> </a:t>
            </a:r>
            <a:r>
              <a:rPr lang="en-US" sz="1800" dirty="0" err="1" smtClean="0"/>
              <a:t>empfahle</a:t>
            </a:r>
            <a:r>
              <a:rPr lang="en-US" sz="1800" dirty="0" smtClean="0"/>
              <a:t> </a:t>
            </a:r>
            <a:r>
              <a:rPr lang="en-US" sz="1800" dirty="0" err="1" smtClean="0"/>
              <a:t>Touristen</a:t>
            </a:r>
            <a:r>
              <a:rPr lang="en-US" sz="1800" dirty="0" smtClean="0"/>
              <a:t> </a:t>
            </a:r>
            <a:r>
              <a:rPr lang="en-US" sz="1800" dirty="0" err="1" smtClean="0"/>
              <a:t>zu</a:t>
            </a:r>
            <a:r>
              <a:rPr lang="en-US" sz="1800" dirty="0" smtClean="0"/>
              <a:t> </a:t>
            </a:r>
            <a:r>
              <a:rPr lang="en-US" sz="1800" dirty="0" err="1" smtClean="0"/>
              <a:t>essen</a:t>
            </a:r>
            <a:r>
              <a:rPr lang="en-US" sz="1800" dirty="0" smtClean="0"/>
              <a:t> “Samosa”.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ist</a:t>
            </a:r>
            <a:r>
              <a:rPr lang="en-US" sz="1800" dirty="0" smtClean="0"/>
              <a:t> </a:t>
            </a:r>
            <a:r>
              <a:rPr lang="en-US" sz="1800" dirty="0" err="1" smtClean="0"/>
              <a:t>sehr</a:t>
            </a:r>
            <a:r>
              <a:rPr lang="en-US" sz="1800" dirty="0" smtClean="0"/>
              <a:t> </a:t>
            </a:r>
            <a:r>
              <a:rPr lang="en-US" sz="1800" dirty="0" err="1" smtClean="0"/>
              <a:t>heis</a:t>
            </a:r>
            <a:r>
              <a:rPr lang="en-US" sz="1800" dirty="0" smtClean="0"/>
              <a:t> und </a:t>
            </a:r>
            <a:r>
              <a:rPr lang="en-US" sz="1800" dirty="0" err="1" smtClean="0"/>
              <a:t>schwer</a:t>
            </a:r>
            <a:r>
              <a:rPr lang="en-US" sz="1800" dirty="0" smtClean="0"/>
              <a:t> </a:t>
            </a:r>
            <a:r>
              <a:rPr lang="en-US" sz="1800" dirty="0" err="1" smtClean="0"/>
              <a:t>aber</a:t>
            </a:r>
            <a:r>
              <a:rPr lang="en-US" sz="1800" dirty="0" smtClean="0"/>
              <a:t> </a:t>
            </a:r>
            <a:r>
              <a:rPr lang="en-US" sz="1800" dirty="0" err="1" smtClean="0"/>
              <a:t>Ich</a:t>
            </a:r>
            <a:r>
              <a:rPr lang="en-US" sz="1800" dirty="0" smtClean="0"/>
              <a:t> </a:t>
            </a:r>
            <a:r>
              <a:rPr lang="en-US" sz="1800" dirty="0" err="1" smtClean="0"/>
              <a:t>finde</a:t>
            </a:r>
            <a:r>
              <a:rPr lang="en-US" sz="1800" dirty="0" smtClean="0"/>
              <a:t>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lecker</a:t>
            </a:r>
            <a:r>
              <a:rPr lang="en-US" sz="1800" dirty="0" smtClean="0"/>
              <a:t>.</a:t>
            </a:r>
            <a:endParaRPr lang="en-US" sz="1800" dirty="0"/>
          </a:p>
          <a:p>
            <a:r>
              <a:rPr lang="en-US" sz="1800" dirty="0" err="1" smtClean="0"/>
              <a:t>Ich</a:t>
            </a:r>
            <a:r>
              <a:rPr lang="en-US" sz="1800" dirty="0" smtClean="0"/>
              <a:t> </a:t>
            </a:r>
            <a:r>
              <a:rPr lang="en-US" sz="1800" dirty="0" err="1" smtClean="0"/>
              <a:t>empfahle</a:t>
            </a:r>
            <a:r>
              <a:rPr lang="en-US" sz="1800" dirty="0" smtClean="0"/>
              <a:t> </a:t>
            </a:r>
            <a:r>
              <a:rPr lang="en-US" sz="1800" dirty="0" err="1" smtClean="0"/>
              <a:t>Touristen</a:t>
            </a:r>
            <a:r>
              <a:rPr lang="en-US" sz="1800" dirty="0" smtClean="0"/>
              <a:t> </a:t>
            </a:r>
            <a:r>
              <a:rPr lang="en-US" sz="1800" dirty="0" err="1" smtClean="0"/>
              <a:t>Universitat</a:t>
            </a:r>
            <a:r>
              <a:rPr lang="en-US" sz="1800" dirty="0" smtClean="0"/>
              <a:t> Festival </a:t>
            </a:r>
            <a:r>
              <a:rPr lang="en-US" sz="1800" dirty="0" err="1" smtClean="0"/>
              <a:t>zeit</a:t>
            </a:r>
            <a:r>
              <a:rPr lang="en-US" sz="1800" dirty="0" smtClean="0"/>
              <a:t> </a:t>
            </a:r>
            <a:r>
              <a:rPr lang="en-US" sz="1800" dirty="0" err="1" smtClean="0"/>
              <a:t>zu</a:t>
            </a:r>
            <a:r>
              <a:rPr lang="en-US" sz="1800" dirty="0" smtClean="0"/>
              <a:t> </a:t>
            </a:r>
            <a:r>
              <a:rPr lang="en-US" sz="1800" dirty="0" err="1" smtClean="0"/>
              <a:t>kommen</a:t>
            </a:r>
            <a:r>
              <a:rPr lang="en-US" sz="1800" dirty="0" smtClean="0"/>
              <a:t>. </a:t>
            </a:r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gibt</a:t>
            </a:r>
            <a:r>
              <a:rPr lang="en-US" sz="1800" dirty="0" smtClean="0"/>
              <a:t> </a:t>
            </a:r>
            <a:r>
              <a:rPr lang="en-US" sz="1800" dirty="0" err="1" smtClean="0"/>
              <a:t>viele</a:t>
            </a:r>
            <a:r>
              <a:rPr lang="en-US" sz="1800" dirty="0" smtClean="0"/>
              <a:t> activity Machen </a:t>
            </a:r>
            <a:r>
              <a:rPr lang="en-US" sz="1800" dirty="0" err="1" smtClean="0"/>
              <a:t>moglichkeiten</a:t>
            </a:r>
            <a:r>
              <a:rPr lang="en-US" sz="1800" dirty="0" smtClean="0"/>
              <a:t>, </a:t>
            </a:r>
            <a:r>
              <a:rPr lang="en-US" sz="1800" dirty="0" err="1" smtClean="0"/>
              <a:t>zuzuglich</a:t>
            </a:r>
            <a:r>
              <a:rPr lang="en-US" sz="1800" dirty="0" smtClean="0"/>
              <a:t> </a:t>
            </a:r>
            <a:r>
              <a:rPr lang="en-US" sz="1800" dirty="0" err="1" smtClean="0"/>
              <a:t>singen</a:t>
            </a:r>
            <a:r>
              <a:rPr lang="en-US" sz="1800" dirty="0" smtClean="0"/>
              <a:t>, </a:t>
            </a:r>
            <a:r>
              <a:rPr lang="en-US" sz="1800" dirty="0" err="1" smtClean="0"/>
              <a:t>tanzen</a:t>
            </a:r>
            <a:r>
              <a:rPr lang="en-US" sz="1800" dirty="0" smtClean="0"/>
              <a:t> und </a:t>
            </a:r>
            <a:r>
              <a:rPr lang="en-US" sz="1800" dirty="0" err="1" smtClean="0"/>
              <a:t>konzert</a:t>
            </a:r>
            <a:r>
              <a:rPr lang="en-US" sz="1800" dirty="0" smtClean="0"/>
              <a:t> </a:t>
            </a:r>
            <a:r>
              <a:rPr lang="en-US" sz="1800" dirty="0" err="1" smtClean="0"/>
              <a:t>besuchen</a:t>
            </a:r>
            <a:r>
              <a:rPr lang="en-US" sz="1800" dirty="0" smtClean="0"/>
              <a:t>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3074" name="Picture 2" descr="https://www.bits-pilani.ac.in/wp-content/uploads/oasis-2023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483" y="2666211"/>
            <a:ext cx="3784963" cy="201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roboticsindia.live/wp-content/uploads/2023/04/20230401_14545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782" y="256982"/>
            <a:ext cx="3836707" cy="215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pbs.twimg.com/media/BXd9-4rCUAAvWSs.jpg:lar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671" y="5056171"/>
            <a:ext cx="3922432" cy="145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032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72" y="574767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Traditionen</a:t>
            </a:r>
            <a:r>
              <a:rPr lang="en-US" dirty="0" smtClean="0"/>
              <a:t>: Holi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67" y="3124199"/>
            <a:ext cx="5349775" cy="2719193"/>
          </a:xfrm>
        </p:spPr>
        <p:txBody>
          <a:bodyPr anchor="t">
            <a:normAutofit/>
          </a:bodyPr>
          <a:lstStyle/>
          <a:p>
            <a:r>
              <a:rPr lang="en-US" sz="1800" dirty="0" smtClean="0"/>
              <a:t>Holi </a:t>
            </a:r>
            <a:r>
              <a:rPr lang="en-US" sz="1800" dirty="0" err="1" smtClean="0"/>
              <a:t>ist</a:t>
            </a:r>
            <a:r>
              <a:rPr lang="en-US" sz="1800" dirty="0" smtClean="0"/>
              <a:t> </a:t>
            </a:r>
            <a:r>
              <a:rPr lang="en-US" sz="1800" dirty="0" err="1" smtClean="0"/>
              <a:t>eine</a:t>
            </a:r>
            <a:r>
              <a:rPr lang="en-US" sz="1800" dirty="0" smtClean="0"/>
              <a:t> </a:t>
            </a:r>
            <a:r>
              <a:rPr lang="en-US" sz="1800" dirty="0" err="1" smtClean="0"/>
              <a:t>Feste</a:t>
            </a:r>
            <a:r>
              <a:rPr lang="en-US" sz="1800" dirty="0" smtClean="0"/>
              <a:t> fur </a:t>
            </a:r>
            <a:r>
              <a:rPr lang="en-US" sz="1800" dirty="0" err="1" smtClean="0"/>
              <a:t>Farbe</a:t>
            </a:r>
            <a:r>
              <a:rPr lang="en-US" sz="1800" dirty="0" smtClean="0"/>
              <a:t>.</a:t>
            </a:r>
            <a:endParaRPr lang="en-US" sz="1800" dirty="0"/>
          </a:p>
          <a:p>
            <a:r>
              <a:rPr lang="en-US" sz="1800" dirty="0" err="1" smtClean="0"/>
              <a:t>Es</a:t>
            </a:r>
            <a:r>
              <a:rPr lang="en-US" sz="1800" dirty="0" smtClean="0"/>
              <a:t> </a:t>
            </a:r>
            <a:r>
              <a:rPr lang="en-US" sz="1800" dirty="0" err="1" smtClean="0"/>
              <a:t>fiere</a:t>
            </a:r>
            <a:r>
              <a:rPr lang="en-US" sz="1800" dirty="0" err="1" smtClean="0"/>
              <a:t>rt</a:t>
            </a:r>
            <a:r>
              <a:rPr lang="en-US" sz="1800" dirty="0" smtClean="0"/>
              <a:t> den </a:t>
            </a:r>
            <a:r>
              <a:rPr lang="en-US" sz="1800" dirty="0" err="1" smtClean="0"/>
              <a:t>Sieg</a:t>
            </a:r>
            <a:r>
              <a:rPr lang="en-US" sz="1800" dirty="0" smtClean="0"/>
              <a:t> des </a:t>
            </a:r>
            <a:r>
              <a:rPr lang="en-US" sz="1800" dirty="0" err="1" smtClean="0"/>
              <a:t>Guten</a:t>
            </a:r>
            <a:r>
              <a:rPr lang="en-US" sz="1800" dirty="0" smtClean="0"/>
              <a:t> </a:t>
            </a:r>
            <a:r>
              <a:rPr lang="en-US" sz="1800" dirty="0" err="1" smtClean="0"/>
              <a:t>uber</a:t>
            </a:r>
            <a:r>
              <a:rPr lang="en-US" sz="1800" dirty="0" smtClean="0"/>
              <a:t> das Bose, und </a:t>
            </a:r>
            <a:r>
              <a:rPr lang="en-US" sz="1800" dirty="0" err="1" smtClean="0"/>
              <a:t>ende</a:t>
            </a:r>
            <a:r>
              <a:rPr lang="en-US" sz="1800" dirty="0" smtClean="0"/>
              <a:t> des Winters</a:t>
            </a:r>
            <a:endParaRPr lang="en-US" sz="1800" dirty="0"/>
          </a:p>
          <a:p>
            <a:r>
              <a:rPr lang="en-US" sz="1800" dirty="0" err="1" smtClean="0"/>
              <a:t>Leute</a:t>
            </a:r>
            <a:r>
              <a:rPr lang="en-US" sz="1800" dirty="0" smtClean="0"/>
              <a:t> </a:t>
            </a:r>
            <a:r>
              <a:rPr lang="en-US" sz="1800" dirty="0" err="1" smtClean="0"/>
              <a:t>stellet</a:t>
            </a:r>
            <a:r>
              <a:rPr lang="en-US" sz="1800" dirty="0" smtClean="0"/>
              <a:t> </a:t>
            </a:r>
            <a:r>
              <a:rPr lang="en-US" sz="1800" dirty="0" err="1" smtClean="0"/>
              <a:t>farbe</a:t>
            </a:r>
            <a:r>
              <a:rPr lang="en-US" sz="1800" dirty="0" smtClean="0"/>
              <a:t> </a:t>
            </a:r>
            <a:r>
              <a:rPr lang="en-US" sz="1800" dirty="0" err="1" smtClean="0"/>
              <a:t>uber</a:t>
            </a:r>
            <a:r>
              <a:rPr lang="en-US" sz="1800" dirty="0" smtClean="0"/>
              <a:t> </a:t>
            </a:r>
            <a:r>
              <a:rPr lang="en-US" sz="1800" dirty="0" err="1" smtClean="0"/>
              <a:t>andere</a:t>
            </a:r>
            <a:r>
              <a:rPr lang="en-US" sz="1800" dirty="0" smtClean="0"/>
              <a:t> </a:t>
            </a:r>
            <a:r>
              <a:rPr lang="en-US" sz="1800" dirty="0" err="1" smtClean="0"/>
              <a:t>luete</a:t>
            </a:r>
            <a:r>
              <a:rPr lang="en-US" sz="1800" dirty="0"/>
              <a:t> </a:t>
            </a:r>
            <a:r>
              <a:rPr lang="en-US" sz="1800" dirty="0" smtClean="0"/>
              <a:t>in </a:t>
            </a:r>
            <a:r>
              <a:rPr lang="en-US" sz="1800" dirty="0" err="1" smtClean="0"/>
              <a:t>diese</a:t>
            </a:r>
            <a:r>
              <a:rPr lang="en-US" sz="1800" dirty="0" smtClean="0"/>
              <a:t> Fest.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5122" name="Picture 2" descr="https://as2.ftcdn.net/v2/jpg/05/60/58/67/1000_F_560586710_VmIHNuH6TcdLHIn3cEuIDDAcCYBhkIL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776" y="372544"/>
            <a:ext cx="4473196" cy="298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images.indianexpress.com/2025/03/holi-speaker-buying-gui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776" y="3887133"/>
            <a:ext cx="4741272" cy="266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89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Parallax design</Template>
  <TotalTime>0</TotalTime>
  <Words>183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Corbel</vt:lpstr>
      <vt:lpstr>Parallax</vt:lpstr>
      <vt:lpstr>Mein Heimatland</vt:lpstr>
      <vt:lpstr>Mein Land</vt:lpstr>
      <vt:lpstr>Meine Heimatstadt</vt:lpstr>
      <vt:lpstr>PowerPoint Presentation</vt:lpstr>
      <vt:lpstr>Empfehlungen in Pilani</vt:lpstr>
      <vt:lpstr>Traditionen: Holi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2026-03-09T13:48:56Z</dcterms:created>
  <dcterms:modified xsi:type="dcterms:W3CDTF">2026-03-09T14:26:26Z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